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</p:sldIdLst>
  <p:sldSz cy="5143500" cx="9144000"/>
  <p:notesSz cx="6858000" cy="9144000"/>
  <p:embeddedFontLst>
    <p:embeddedFont>
      <p:font typeface="Helvetica Neue"/>
      <p:regular r:id="rId17"/>
      <p:bold r:id="rId18"/>
      <p:italic r:id="rId19"/>
      <p:boldItalic r:id="rId20"/>
    </p:embeddedFont>
    <p:embeddedFont>
      <p:font typeface="Roboto Mono"/>
      <p:regular r:id="rId21"/>
      <p:bold r:id="rId22"/>
      <p:italic r:id="rId23"/>
      <p:boldItalic r:id="rId24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HelveticaNeue-boldItalic.fntdata"/><Relationship Id="rId11" Type="http://schemas.openxmlformats.org/officeDocument/2006/relationships/slide" Target="slides/slide6.xml"/><Relationship Id="rId22" Type="http://schemas.openxmlformats.org/officeDocument/2006/relationships/font" Target="fonts/RobotoMono-bold.fntdata"/><Relationship Id="rId10" Type="http://schemas.openxmlformats.org/officeDocument/2006/relationships/slide" Target="slides/slide5.xml"/><Relationship Id="rId21" Type="http://schemas.openxmlformats.org/officeDocument/2006/relationships/font" Target="fonts/RobotoMono-regular.fntdata"/><Relationship Id="rId13" Type="http://schemas.openxmlformats.org/officeDocument/2006/relationships/slide" Target="slides/slide8.xml"/><Relationship Id="rId24" Type="http://schemas.openxmlformats.org/officeDocument/2006/relationships/font" Target="fonts/RobotoMono-boldItalic.fntdata"/><Relationship Id="rId12" Type="http://schemas.openxmlformats.org/officeDocument/2006/relationships/slide" Target="slides/slide7.xml"/><Relationship Id="rId23" Type="http://schemas.openxmlformats.org/officeDocument/2006/relationships/font" Target="fonts/RobotoMono-italic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font" Target="fonts/HelveticaNeue-regular.fntdata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19" Type="http://schemas.openxmlformats.org/officeDocument/2006/relationships/font" Target="fonts/HelveticaNeue-italic.fntdata"/><Relationship Id="rId6" Type="http://schemas.openxmlformats.org/officeDocument/2006/relationships/slide" Target="slides/slide1.xml"/><Relationship Id="rId18" Type="http://schemas.openxmlformats.org/officeDocument/2006/relationships/font" Target="fonts/HelveticaNeue-bold.fntdata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8" name="Google Shape;48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g3523d9c56f6_0_5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4" name="Google Shape;54;g3523d9c56f6_0_5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g3523d9c56f6_0_1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2" name="Google Shape;62;g3523d9c56f6_0_1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g3523d9c56f6_0_12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1" name="Google Shape;71;g3523d9c56f6_0_1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g3523d9c56f6_0_13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9" name="Google Shape;79;g3523d9c56f6_0_1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g3523d9c56f6_0_14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" name="Google Shape;87;g3523d9c56f6_0_14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g3523d9c56f6_0_15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5" name="Google Shape;95;g3523d9c56f6_0_15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g3523d9c56f6_0_15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3" name="Google Shape;103;g3523d9c56f6_0_15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g3523d9c56f6_0_18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1" name="Google Shape;111;g3523d9c56f6_0_18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g3523d9c56f6_0_19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0" name="Google Shape;120;g3523d9c56f6_0_19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g3523d9c56f6_0_20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9" name="Google Shape;129;g3523d9c56f6_0_20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chemeClr val="dk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>
            <a:off x="0" y="4350900"/>
            <a:ext cx="9144000" cy="7926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1" name="Google Shape;11;p2"/>
          <p:cNvSpPr txBox="1"/>
          <p:nvPr>
            <p:ph type="ctrTitle"/>
          </p:nvPr>
        </p:nvSpPr>
        <p:spPr>
          <a:xfrm>
            <a:off x="274350" y="182880"/>
            <a:ext cx="8595300" cy="2194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None/>
              <a:defRPr sz="72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None/>
              <a:defRPr sz="72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None/>
              <a:defRPr sz="72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None/>
              <a:defRPr sz="72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None/>
              <a:defRPr sz="72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None/>
              <a:defRPr sz="72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None/>
              <a:defRPr sz="72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None/>
              <a:defRPr sz="72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None/>
              <a:defRPr sz="72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2" name="Google Shape;12;p2"/>
          <p:cNvSpPr txBox="1"/>
          <p:nvPr>
            <p:ph idx="1" type="subTitle"/>
          </p:nvPr>
        </p:nvSpPr>
        <p:spPr>
          <a:xfrm>
            <a:off x="311700" y="4114800"/>
            <a:ext cx="8520600" cy="79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chemeClr val="dk1"/>
        </a:solidFill>
      </p:bgPr>
    </p:bg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274326" y="182875"/>
            <a:ext cx="8595300" cy="841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4"/>
          <p:cNvSpPr txBox="1"/>
          <p:nvPr>
            <p:ph type="title"/>
          </p:nvPr>
        </p:nvSpPr>
        <p:spPr>
          <a:xfrm>
            <a:off x="274320" y="274320"/>
            <a:ext cx="8595300" cy="685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9pPr>
          </a:lstStyle>
          <a:p/>
        </p:txBody>
      </p:sp>
      <p:sp>
        <p:nvSpPr>
          <p:cNvPr id="17" name="Google Shape;17;p4"/>
          <p:cNvSpPr txBox="1"/>
          <p:nvPr>
            <p:ph idx="1" type="body"/>
          </p:nvPr>
        </p:nvSpPr>
        <p:spPr>
          <a:xfrm>
            <a:off x="274320" y="1097280"/>
            <a:ext cx="8595300" cy="342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42900" lvl="1" marL="914400">
              <a:spcBef>
                <a:spcPts val="1000"/>
              </a:spcBef>
              <a:spcAft>
                <a:spcPts val="0"/>
              </a:spcAft>
              <a:buSzPts val="1800"/>
              <a:buChar char="●"/>
              <a:defRPr/>
            </a:lvl2pPr>
            <a:lvl3pPr indent="-342900" lvl="2" marL="1371600">
              <a:spcBef>
                <a:spcPts val="1000"/>
              </a:spcBef>
              <a:spcAft>
                <a:spcPts val="0"/>
              </a:spcAft>
              <a:buSzPts val="1800"/>
              <a:buChar char="●"/>
              <a:defRPr/>
            </a:lvl3pPr>
            <a:lvl4pPr indent="-342900" lvl="3" marL="1828800">
              <a:spcBef>
                <a:spcPts val="1000"/>
              </a:spcBef>
              <a:spcAft>
                <a:spcPts val="0"/>
              </a:spcAft>
              <a:buSzPts val="1800"/>
              <a:buChar char="●"/>
              <a:defRPr/>
            </a:lvl4pPr>
            <a:lvl5pPr indent="-342900" lvl="4" marL="2286000">
              <a:spcBef>
                <a:spcPts val="1000"/>
              </a:spcBef>
              <a:spcAft>
                <a:spcPts val="0"/>
              </a:spcAft>
              <a:buSzPts val="1800"/>
              <a:buChar char="●"/>
              <a:defRPr/>
            </a:lvl5pPr>
            <a:lvl6pPr indent="-342900" lvl="5" marL="2743200">
              <a:spcBef>
                <a:spcPts val="1000"/>
              </a:spcBef>
              <a:spcAft>
                <a:spcPts val="0"/>
              </a:spcAft>
              <a:buSzPts val="1800"/>
              <a:buChar char="●"/>
              <a:defRPr/>
            </a:lvl6pPr>
            <a:lvl7pPr indent="-342900" lvl="6" marL="3200400">
              <a:spcBef>
                <a:spcPts val="1000"/>
              </a:spcBef>
              <a:spcAft>
                <a:spcPts val="0"/>
              </a:spcAft>
              <a:buSzPts val="1800"/>
              <a:buChar char="●"/>
              <a:defRPr/>
            </a:lvl7pPr>
            <a:lvl8pPr indent="-342900" lvl="7" marL="3657600">
              <a:spcBef>
                <a:spcPts val="1000"/>
              </a:spcBef>
              <a:spcAft>
                <a:spcPts val="0"/>
              </a:spcAft>
              <a:buSzPts val="1800"/>
              <a:buChar char="●"/>
              <a:defRPr/>
            </a:lvl8pPr>
            <a:lvl9pPr indent="-342900" lvl="8" marL="4114800">
              <a:spcBef>
                <a:spcPts val="1000"/>
              </a:spcBef>
              <a:spcAft>
                <a:spcPts val="1000"/>
              </a:spcAft>
              <a:buSzPts val="1800"/>
              <a:buChar char="●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18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5"/>
          <p:cNvSpPr txBox="1"/>
          <p:nvPr>
            <p:ph type="title"/>
          </p:nvPr>
        </p:nvSpPr>
        <p:spPr>
          <a:xfrm>
            <a:off x="274320" y="274320"/>
            <a:ext cx="8595300" cy="685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9pPr>
          </a:lstStyle>
          <a:p/>
        </p:txBody>
      </p:sp>
      <p:sp>
        <p:nvSpPr>
          <p:cNvPr id="20" name="Google Shape;20;p5"/>
          <p:cNvSpPr txBox="1"/>
          <p:nvPr>
            <p:ph idx="1" type="body"/>
          </p:nvPr>
        </p:nvSpPr>
        <p:spPr>
          <a:xfrm>
            <a:off x="274320" y="1097280"/>
            <a:ext cx="42063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42900" lvl="1" marL="914400">
              <a:spcBef>
                <a:spcPts val="1000"/>
              </a:spcBef>
              <a:spcAft>
                <a:spcPts val="0"/>
              </a:spcAft>
              <a:buSzPts val="1800"/>
              <a:buChar char="●"/>
              <a:defRPr/>
            </a:lvl2pPr>
            <a:lvl3pPr indent="-342900" lvl="2" marL="1371600">
              <a:spcBef>
                <a:spcPts val="1000"/>
              </a:spcBef>
              <a:spcAft>
                <a:spcPts val="0"/>
              </a:spcAft>
              <a:buSzPts val="1800"/>
              <a:buChar char="●"/>
              <a:defRPr/>
            </a:lvl3pPr>
            <a:lvl4pPr indent="-342900" lvl="3" marL="1828800">
              <a:spcBef>
                <a:spcPts val="1000"/>
              </a:spcBef>
              <a:spcAft>
                <a:spcPts val="0"/>
              </a:spcAft>
              <a:buSzPts val="1800"/>
              <a:buChar char="●"/>
              <a:defRPr/>
            </a:lvl4pPr>
            <a:lvl5pPr indent="-342900" lvl="4" marL="2286000">
              <a:spcBef>
                <a:spcPts val="1000"/>
              </a:spcBef>
              <a:spcAft>
                <a:spcPts val="0"/>
              </a:spcAft>
              <a:buSzPts val="1800"/>
              <a:buChar char="●"/>
              <a:defRPr/>
            </a:lvl5pPr>
            <a:lvl6pPr indent="-342900" lvl="5" marL="2743200">
              <a:spcBef>
                <a:spcPts val="1000"/>
              </a:spcBef>
              <a:spcAft>
                <a:spcPts val="0"/>
              </a:spcAft>
              <a:buSzPts val="1800"/>
              <a:buChar char="●"/>
              <a:defRPr/>
            </a:lvl6pPr>
            <a:lvl7pPr indent="-342900" lvl="6" marL="3200400">
              <a:spcBef>
                <a:spcPts val="1000"/>
              </a:spcBef>
              <a:spcAft>
                <a:spcPts val="0"/>
              </a:spcAft>
              <a:buSzPts val="1800"/>
              <a:buChar char="●"/>
              <a:defRPr/>
            </a:lvl7pPr>
            <a:lvl8pPr indent="-342900" lvl="7" marL="3657600">
              <a:spcBef>
                <a:spcPts val="1000"/>
              </a:spcBef>
              <a:spcAft>
                <a:spcPts val="0"/>
              </a:spcAft>
              <a:buSzPts val="1800"/>
              <a:buChar char="●"/>
              <a:defRPr/>
            </a:lvl8pPr>
            <a:lvl9pPr indent="-342900" lvl="8" marL="4114800">
              <a:spcBef>
                <a:spcPts val="1000"/>
              </a:spcBef>
              <a:spcAft>
                <a:spcPts val="1000"/>
              </a:spcAft>
              <a:buSzPts val="1800"/>
              <a:buChar char="●"/>
              <a:defRPr/>
            </a:lvl9pPr>
          </a:lstStyle>
          <a:p/>
        </p:txBody>
      </p:sp>
      <p:sp>
        <p:nvSpPr>
          <p:cNvPr id="21" name="Google Shape;21;p5"/>
          <p:cNvSpPr txBox="1"/>
          <p:nvPr>
            <p:ph idx="2" type="body"/>
          </p:nvPr>
        </p:nvSpPr>
        <p:spPr>
          <a:xfrm>
            <a:off x="4663440" y="1097280"/>
            <a:ext cx="42063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42900" lvl="1" marL="914400">
              <a:spcBef>
                <a:spcPts val="1000"/>
              </a:spcBef>
              <a:spcAft>
                <a:spcPts val="0"/>
              </a:spcAft>
              <a:buSzPts val="1800"/>
              <a:buChar char="●"/>
              <a:defRPr/>
            </a:lvl2pPr>
            <a:lvl3pPr indent="-342900" lvl="2" marL="1371600">
              <a:spcBef>
                <a:spcPts val="1000"/>
              </a:spcBef>
              <a:spcAft>
                <a:spcPts val="0"/>
              </a:spcAft>
              <a:buSzPts val="1800"/>
              <a:buChar char="●"/>
              <a:defRPr/>
            </a:lvl3pPr>
            <a:lvl4pPr indent="-342900" lvl="3" marL="1828800">
              <a:spcBef>
                <a:spcPts val="1000"/>
              </a:spcBef>
              <a:spcAft>
                <a:spcPts val="0"/>
              </a:spcAft>
              <a:buSzPts val="1800"/>
              <a:buChar char="●"/>
              <a:defRPr/>
            </a:lvl4pPr>
            <a:lvl5pPr indent="-342900" lvl="4" marL="2286000">
              <a:spcBef>
                <a:spcPts val="1000"/>
              </a:spcBef>
              <a:spcAft>
                <a:spcPts val="0"/>
              </a:spcAft>
              <a:buSzPts val="1800"/>
              <a:buChar char="●"/>
              <a:defRPr/>
            </a:lvl5pPr>
            <a:lvl6pPr indent="-342900" lvl="5" marL="2743200">
              <a:spcBef>
                <a:spcPts val="1000"/>
              </a:spcBef>
              <a:spcAft>
                <a:spcPts val="0"/>
              </a:spcAft>
              <a:buSzPts val="1800"/>
              <a:buChar char="●"/>
              <a:defRPr/>
            </a:lvl6pPr>
            <a:lvl7pPr indent="-342900" lvl="6" marL="3200400">
              <a:spcBef>
                <a:spcPts val="1000"/>
              </a:spcBef>
              <a:spcAft>
                <a:spcPts val="0"/>
              </a:spcAft>
              <a:buSzPts val="1800"/>
              <a:buChar char="●"/>
              <a:defRPr/>
            </a:lvl7pPr>
            <a:lvl8pPr indent="-342900" lvl="7" marL="3657600">
              <a:spcBef>
                <a:spcPts val="1000"/>
              </a:spcBef>
              <a:spcAft>
                <a:spcPts val="0"/>
              </a:spcAft>
              <a:buSzPts val="1800"/>
              <a:buChar char="●"/>
              <a:defRPr/>
            </a:lvl8pPr>
            <a:lvl9pPr indent="-342900" lvl="8" marL="4114800">
              <a:spcBef>
                <a:spcPts val="1000"/>
              </a:spcBef>
              <a:spcAft>
                <a:spcPts val="1000"/>
              </a:spcAft>
              <a:buSzPts val="1800"/>
              <a:buChar char="●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6"/>
          <p:cNvSpPr txBox="1"/>
          <p:nvPr>
            <p:ph type="title"/>
          </p:nvPr>
        </p:nvSpPr>
        <p:spPr>
          <a:xfrm>
            <a:off x="274320" y="274320"/>
            <a:ext cx="8595300" cy="685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ultiline Title">
  <p:cSld name="ONE_COLUMN_TEXT"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7"/>
          <p:cNvSpPr txBox="1"/>
          <p:nvPr>
            <p:ph idx="1" type="body"/>
          </p:nvPr>
        </p:nvSpPr>
        <p:spPr>
          <a:xfrm>
            <a:off x="274320" y="1645920"/>
            <a:ext cx="85953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42900" lvl="1" marL="914400">
              <a:spcBef>
                <a:spcPts val="1000"/>
              </a:spcBef>
              <a:spcAft>
                <a:spcPts val="0"/>
              </a:spcAft>
              <a:buSzPts val="1800"/>
              <a:buChar char="●"/>
              <a:defRPr/>
            </a:lvl2pPr>
            <a:lvl3pPr indent="-342900" lvl="2" marL="1371600">
              <a:spcBef>
                <a:spcPts val="1000"/>
              </a:spcBef>
              <a:spcAft>
                <a:spcPts val="0"/>
              </a:spcAft>
              <a:buSzPts val="1800"/>
              <a:buChar char="●"/>
              <a:defRPr/>
            </a:lvl3pPr>
            <a:lvl4pPr indent="-342900" lvl="3" marL="1828800">
              <a:spcBef>
                <a:spcPts val="1000"/>
              </a:spcBef>
              <a:spcAft>
                <a:spcPts val="0"/>
              </a:spcAft>
              <a:buSzPts val="1800"/>
              <a:buChar char="●"/>
              <a:defRPr/>
            </a:lvl4pPr>
            <a:lvl5pPr indent="-342900" lvl="4" marL="2286000">
              <a:spcBef>
                <a:spcPts val="1000"/>
              </a:spcBef>
              <a:spcAft>
                <a:spcPts val="0"/>
              </a:spcAft>
              <a:buSzPts val="1800"/>
              <a:buChar char="●"/>
              <a:defRPr/>
            </a:lvl5pPr>
            <a:lvl6pPr indent="-342900" lvl="5" marL="2743200">
              <a:spcBef>
                <a:spcPts val="1000"/>
              </a:spcBef>
              <a:spcAft>
                <a:spcPts val="0"/>
              </a:spcAft>
              <a:buSzPts val="1800"/>
              <a:buChar char="●"/>
              <a:defRPr/>
            </a:lvl6pPr>
            <a:lvl7pPr indent="-342900" lvl="6" marL="3200400">
              <a:spcBef>
                <a:spcPts val="1000"/>
              </a:spcBef>
              <a:spcAft>
                <a:spcPts val="0"/>
              </a:spcAft>
              <a:buSzPts val="1800"/>
              <a:buChar char="●"/>
              <a:defRPr/>
            </a:lvl7pPr>
            <a:lvl8pPr indent="-342900" lvl="7" marL="3657600">
              <a:spcBef>
                <a:spcPts val="1000"/>
              </a:spcBef>
              <a:spcAft>
                <a:spcPts val="0"/>
              </a:spcAft>
              <a:buSzPts val="1800"/>
              <a:buChar char="●"/>
              <a:defRPr/>
            </a:lvl8pPr>
            <a:lvl9pPr indent="-342900" lvl="8" marL="4114800">
              <a:spcBef>
                <a:spcPts val="1000"/>
              </a:spcBef>
              <a:spcAft>
                <a:spcPts val="1000"/>
              </a:spcAft>
              <a:buSzPts val="1800"/>
              <a:buChar char="●"/>
              <a:defRPr/>
            </a:lvl9pPr>
          </a:lstStyle>
          <a:p/>
        </p:txBody>
      </p:sp>
      <p:sp>
        <p:nvSpPr>
          <p:cNvPr id="26" name="Google Shape;26;p7"/>
          <p:cNvSpPr txBox="1"/>
          <p:nvPr>
            <p:ph type="title"/>
          </p:nvPr>
        </p:nvSpPr>
        <p:spPr>
          <a:xfrm>
            <a:off x="274320" y="274320"/>
            <a:ext cx="8595300" cy="109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Helvetica Neue"/>
              <a:buNone/>
              <a:defRPr sz="36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lvl="1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Helvetica Neue"/>
              <a:buNone/>
              <a:defRPr sz="36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lvl="2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Helvetica Neue"/>
              <a:buNone/>
              <a:defRPr sz="36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lvl="3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Helvetica Neue"/>
              <a:buNone/>
              <a:defRPr sz="36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lvl="4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Helvetica Neue"/>
              <a:buNone/>
              <a:defRPr sz="36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lvl="5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Helvetica Neue"/>
              <a:buNone/>
              <a:defRPr sz="36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lvl="6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Helvetica Neue"/>
              <a:buNone/>
              <a:defRPr sz="36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lvl="7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Helvetica Neue"/>
              <a:buNone/>
              <a:defRPr sz="36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lvl="8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Helvetica Neue"/>
              <a:buNone/>
              <a:defRPr sz="36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8"/>
          <p:cNvSpPr/>
          <p:nvPr/>
        </p:nvSpPr>
        <p:spPr>
          <a:xfrm>
            <a:off x="0" y="4350900"/>
            <a:ext cx="9144000" cy="7926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29" name="Google Shape;29;p8"/>
          <p:cNvSpPr txBox="1"/>
          <p:nvPr>
            <p:ph type="title"/>
          </p:nvPr>
        </p:nvSpPr>
        <p:spPr>
          <a:xfrm>
            <a:off x="274320" y="450150"/>
            <a:ext cx="85953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1pPr>
            <a:lvl2pPr lvl="1" algn="ctr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2pPr>
            <a:lvl3pPr lvl="2" algn="ctr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3pPr>
            <a:lvl4pPr lvl="3" algn="ctr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4pPr>
            <a:lvl5pPr lvl="4" algn="ctr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5pPr>
            <a:lvl6pPr lvl="5" algn="ctr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6pPr>
            <a:lvl7pPr lvl="6" algn="ctr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7pPr>
            <a:lvl8pPr lvl="7" algn="ctr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8pPr>
            <a:lvl9pPr lvl="8" algn="ctr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9pPr>
          </a:lstStyle>
          <a:p/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9"/>
          <p:cNvSpPr/>
          <p:nvPr/>
        </p:nvSpPr>
        <p:spPr>
          <a:xfrm>
            <a:off x="654326" y="4350900"/>
            <a:ext cx="3917700" cy="7926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32" name="Google Shape;32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rgbClr val="EFEFE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33" name="Google Shape;33;p9"/>
          <p:cNvSpPr txBox="1"/>
          <p:nvPr>
            <p:ph type="title"/>
          </p:nvPr>
        </p:nvSpPr>
        <p:spPr>
          <a:xfrm>
            <a:off x="274320" y="274320"/>
            <a:ext cx="4114800" cy="109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9pPr>
          </a:lstStyle>
          <a:p/>
        </p:txBody>
      </p:sp>
      <p:sp>
        <p:nvSpPr>
          <p:cNvPr id="34" name="Google Shape;34;p9"/>
          <p:cNvSpPr txBox="1"/>
          <p:nvPr>
            <p:ph idx="1" type="subTitle"/>
          </p:nvPr>
        </p:nvSpPr>
        <p:spPr>
          <a:xfrm>
            <a:off x="274320" y="1645920"/>
            <a:ext cx="4114800" cy="3182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  <a:defRPr/>
            </a:lvl2pPr>
            <a:lvl3pPr lvl="2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  <a:defRPr/>
            </a:lvl3pPr>
            <a:lvl4pPr lvl="3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  <a:defRPr/>
            </a:lvl4pPr>
            <a:lvl5pPr lvl="4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  <a:defRPr/>
            </a:lvl5pPr>
            <a:lvl6pPr lvl="5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  <a:defRPr/>
            </a:lvl6pPr>
            <a:lvl7pPr lvl="6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  <a:defRPr/>
            </a:lvl7pPr>
            <a:lvl8pPr lvl="7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  <a:defRPr/>
            </a:lvl8pPr>
            <a:lvl9pPr lvl="8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SzPts val="1800"/>
              <a:buNone/>
              <a:defRPr/>
            </a:lvl9pPr>
          </a:lstStyle>
          <a:p/>
        </p:txBody>
      </p:sp>
      <p:sp>
        <p:nvSpPr>
          <p:cNvPr id="35" name="Google Shape;35;p9"/>
          <p:cNvSpPr txBox="1"/>
          <p:nvPr>
            <p:ph idx="2" type="body"/>
          </p:nvPr>
        </p:nvSpPr>
        <p:spPr>
          <a:xfrm>
            <a:off x="4846320" y="560100"/>
            <a:ext cx="4023300" cy="4023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Font typeface="Roboto Mono"/>
              <a:buChar char="●"/>
              <a:defRPr>
                <a:latin typeface="Roboto Mono"/>
                <a:ea typeface="Roboto Mono"/>
                <a:cs typeface="Roboto Mono"/>
                <a:sym typeface="Roboto Mono"/>
              </a:defRPr>
            </a:lvl1pPr>
            <a:lvl2pPr indent="-342900" lvl="1" marL="914400">
              <a:spcBef>
                <a:spcPts val="1000"/>
              </a:spcBef>
              <a:spcAft>
                <a:spcPts val="0"/>
              </a:spcAft>
              <a:buSzPts val="1800"/>
              <a:buFont typeface="Roboto Mono"/>
              <a:buChar char="●"/>
              <a:defRPr>
                <a:latin typeface="Roboto Mono"/>
                <a:ea typeface="Roboto Mono"/>
                <a:cs typeface="Roboto Mono"/>
                <a:sym typeface="Roboto Mono"/>
              </a:defRPr>
            </a:lvl2pPr>
            <a:lvl3pPr indent="-342900" lvl="2" marL="1371600">
              <a:spcBef>
                <a:spcPts val="1000"/>
              </a:spcBef>
              <a:spcAft>
                <a:spcPts val="0"/>
              </a:spcAft>
              <a:buSzPts val="1800"/>
              <a:buFont typeface="Roboto Mono"/>
              <a:buChar char="●"/>
              <a:defRPr>
                <a:latin typeface="Roboto Mono"/>
                <a:ea typeface="Roboto Mono"/>
                <a:cs typeface="Roboto Mono"/>
                <a:sym typeface="Roboto Mono"/>
              </a:defRPr>
            </a:lvl3pPr>
            <a:lvl4pPr indent="-342900" lvl="3" marL="1828800">
              <a:spcBef>
                <a:spcPts val="1000"/>
              </a:spcBef>
              <a:spcAft>
                <a:spcPts val="0"/>
              </a:spcAft>
              <a:buSzPts val="1800"/>
              <a:buFont typeface="Roboto Mono"/>
              <a:buChar char="●"/>
              <a:defRPr>
                <a:latin typeface="Roboto Mono"/>
                <a:ea typeface="Roboto Mono"/>
                <a:cs typeface="Roboto Mono"/>
                <a:sym typeface="Roboto Mono"/>
              </a:defRPr>
            </a:lvl4pPr>
            <a:lvl5pPr indent="-342900" lvl="4" marL="2286000">
              <a:spcBef>
                <a:spcPts val="1000"/>
              </a:spcBef>
              <a:spcAft>
                <a:spcPts val="0"/>
              </a:spcAft>
              <a:buSzPts val="1800"/>
              <a:buFont typeface="Roboto Mono"/>
              <a:buChar char="●"/>
              <a:defRPr>
                <a:latin typeface="Roboto Mono"/>
                <a:ea typeface="Roboto Mono"/>
                <a:cs typeface="Roboto Mono"/>
                <a:sym typeface="Roboto Mono"/>
              </a:defRPr>
            </a:lvl5pPr>
            <a:lvl6pPr indent="-342900" lvl="5" marL="2743200">
              <a:spcBef>
                <a:spcPts val="1000"/>
              </a:spcBef>
              <a:spcAft>
                <a:spcPts val="0"/>
              </a:spcAft>
              <a:buSzPts val="1800"/>
              <a:buFont typeface="Roboto Mono"/>
              <a:buChar char="●"/>
              <a:defRPr>
                <a:latin typeface="Roboto Mono"/>
                <a:ea typeface="Roboto Mono"/>
                <a:cs typeface="Roboto Mono"/>
                <a:sym typeface="Roboto Mono"/>
              </a:defRPr>
            </a:lvl6pPr>
            <a:lvl7pPr indent="-342900" lvl="6" marL="3200400">
              <a:spcBef>
                <a:spcPts val="1000"/>
              </a:spcBef>
              <a:spcAft>
                <a:spcPts val="0"/>
              </a:spcAft>
              <a:buSzPts val="1800"/>
              <a:buFont typeface="Roboto Mono"/>
              <a:buChar char="●"/>
              <a:defRPr>
                <a:latin typeface="Roboto Mono"/>
                <a:ea typeface="Roboto Mono"/>
                <a:cs typeface="Roboto Mono"/>
                <a:sym typeface="Roboto Mono"/>
              </a:defRPr>
            </a:lvl7pPr>
            <a:lvl8pPr indent="-342900" lvl="7" marL="3657600">
              <a:spcBef>
                <a:spcPts val="1000"/>
              </a:spcBef>
              <a:spcAft>
                <a:spcPts val="0"/>
              </a:spcAft>
              <a:buSzPts val="1800"/>
              <a:buFont typeface="Roboto Mono"/>
              <a:buChar char="●"/>
              <a:defRPr>
                <a:latin typeface="Roboto Mono"/>
                <a:ea typeface="Roboto Mono"/>
                <a:cs typeface="Roboto Mono"/>
                <a:sym typeface="Roboto Mono"/>
              </a:defRPr>
            </a:lvl8pPr>
            <a:lvl9pPr indent="-342900" lvl="8" marL="4114800">
              <a:spcBef>
                <a:spcPts val="1000"/>
              </a:spcBef>
              <a:spcAft>
                <a:spcPts val="1000"/>
              </a:spcAft>
              <a:buSzPts val="1800"/>
              <a:buFont typeface="Roboto Mono"/>
              <a:buChar char="●"/>
              <a:defRPr>
                <a:latin typeface="Roboto Mono"/>
                <a:ea typeface="Roboto Mono"/>
                <a:cs typeface="Roboto Mono"/>
                <a:sym typeface="Roboto Mono"/>
              </a:defRPr>
            </a:lvl9pPr>
          </a:lstStyle>
          <a:p/>
        </p:txBody>
      </p:sp>
      <p:sp>
        <p:nvSpPr>
          <p:cNvPr id="36" name="Google Shape;36;p9"/>
          <p:cNvSpPr/>
          <p:nvPr>
            <p:ph idx="3" type="pic"/>
          </p:nvPr>
        </p:nvSpPr>
        <p:spPr>
          <a:xfrm>
            <a:off x="4572000" y="0"/>
            <a:ext cx="4572000" cy="51435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10"/>
          <p:cNvSpPr/>
          <p:nvPr/>
        </p:nvSpPr>
        <p:spPr>
          <a:xfrm>
            <a:off x="0" y="4350900"/>
            <a:ext cx="9144000" cy="7926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39" name="Google Shape;39;p10"/>
          <p:cNvSpPr txBox="1"/>
          <p:nvPr>
            <p:ph idx="1" type="body"/>
          </p:nvPr>
        </p:nvSpPr>
        <p:spPr>
          <a:xfrm>
            <a:off x="914400" y="4572000"/>
            <a:ext cx="7315200" cy="274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11"/>
          <p:cNvSpPr/>
          <p:nvPr/>
        </p:nvSpPr>
        <p:spPr>
          <a:xfrm>
            <a:off x="0" y="4350900"/>
            <a:ext cx="9144000" cy="7926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42" name="Google Shape;42;p11"/>
          <p:cNvSpPr txBox="1"/>
          <p:nvPr>
            <p:ph hasCustomPrompt="1" type="title"/>
          </p:nvPr>
        </p:nvSpPr>
        <p:spPr>
          <a:xfrm>
            <a:off x="274350" y="2023050"/>
            <a:ext cx="8595300" cy="1097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0"/>
              <a:buNone/>
              <a:defRPr sz="12000">
                <a:solidFill>
                  <a:schemeClr val="accen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0"/>
              <a:buNone/>
              <a:defRPr sz="12000">
                <a:solidFill>
                  <a:schemeClr val="accen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0"/>
              <a:buNone/>
              <a:defRPr sz="12000">
                <a:solidFill>
                  <a:schemeClr val="accen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0"/>
              <a:buNone/>
              <a:defRPr sz="12000">
                <a:solidFill>
                  <a:schemeClr val="accen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0"/>
              <a:buNone/>
              <a:defRPr sz="12000">
                <a:solidFill>
                  <a:schemeClr val="accen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0"/>
              <a:buNone/>
              <a:defRPr sz="12000">
                <a:solidFill>
                  <a:schemeClr val="accen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0"/>
              <a:buNone/>
              <a:defRPr sz="12000">
                <a:solidFill>
                  <a:schemeClr val="accen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0"/>
              <a:buNone/>
              <a:defRPr sz="12000">
                <a:solidFill>
                  <a:schemeClr val="accen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0"/>
              <a:buNone/>
              <a:defRPr sz="12000">
                <a:solidFill>
                  <a:schemeClr val="accen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43" name="Google Shape;43;p11"/>
          <p:cNvSpPr txBox="1"/>
          <p:nvPr>
            <p:ph idx="1" type="body"/>
          </p:nvPr>
        </p:nvSpPr>
        <p:spPr>
          <a:xfrm>
            <a:off x="274320" y="3566160"/>
            <a:ext cx="85953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42900" lvl="1" marL="914400" algn="ctr">
              <a:spcBef>
                <a:spcPts val="1000"/>
              </a:spcBef>
              <a:spcAft>
                <a:spcPts val="0"/>
              </a:spcAft>
              <a:buSzPts val="1800"/>
              <a:buChar char="●"/>
              <a:defRPr/>
            </a:lvl2pPr>
            <a:lvl3pPr indent="-342900" lvl="2" marL="1371600" algn="ctr">
              <a:spcBef>
                <a:spcPts val="1000"/>
              </a:spcBef>
              <a:spcAft>
                <a:spcPts val="0"/>
              </a:spcAft>
              <a:buSzPts val="1800"/>
              <a:buChar char="●"/>
              <a:defRPr/>
            </a:lvl3pPr>
            <a:lvl4pPr indent="-342900" lvl="3" marL="1828800" algn="ctr">
              <a:spcBef>
                <a:spcPts val="1000"/>
              </a:spcBef>
              <a:spcAft>
                <a:spcPts val="0"/>
              </a:spcAft>
              <a:buSzPts val="1800"/>
              <a:buChar char="●"/>
              <a:defRPr/>
            </a:lvl4pPr>
            <a:lvl5pPr indent="-342900" lvl="4" marL="2286000" algn="ctr">
              <a:spcBef>
                <a:spcPts val="1000"/>
              </a:spcBef>
              <a:spcAft>
                <a:spcPts val="0"/>
              </a:spcAft>
              <a:buSzPts val="1800"/>
              <a:buChar char="●"/>
              <a:defRPr/>
            </a:lvl5pPr>
            <a:lvl6pPr indent="-342900" lvl="5" marL="2743200" algn="ctr">
              <a:spcBef>
                <a:spcPts val="1000"/>
              </a:spcBef>
              <a:spcAft>
                <a:spcPts val="0"/>
              </a:spcAft>
              <a:buSzPts val="1800"/>
              <a:buChar char="●"/>
              <a:defRPr/>
            </a:lvl6pPr>
            <a:lvl7pPr indent="-342900" lvl="6" marL="3200400" algn="ctr">
              <a:spcBef>
                <a:spcPts val="1000"/>
              </a:spcBef>
              <a:spcAft>
                <a:spcPts val="0"/>
              </a:spcAft>
              <a:buSzPts val="1800"/>
              <a:buChar char="●"/>
              <a:defRPr/>
            </a:lvl7pPr>
            <a:lvl8pPr indent="-342900" lvl="7" marL="3657600" algn="ctr">
              <a:spcBef>
                <a:spcPts val="1000"/>
              </a:spcBef>
              <a:spcAft>
                <a:spcPts val="0"/>
              </a:spcAft>
              <a:buSzPts val="1800"/>
              <a:buChar char="●"/>
              <a:defRPr/>
            </a:lvl8pPr>
            <a:lvl9pPr indent="-342900" lvl="8" marL="4114800" algn="ctr">
              <a:spcBef>
                <a:spcPts val="1000"/>
              </a:spcBef>
              <a:spcAft>
                <a:spcPts val="1000"/>
              </a:spcAft>
              <a:buSzPts val="1800"/>
              <a:buChar char="●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2"/>
          <p:cNvSpPr/>
          <p:nvPr/>
        </p:nvSpPr>
        <p:spPr>
          <a:xfrm>
            <a:off x="0" y="4350900"/>
            <a:ext cx="9144000" cy="7926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274320" y="274320"/>
            <a:ext cx="85953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Helvetica Neue"/>
              <a:buNone/>
              <a:defRPr sz="36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Helvetica Neue"/>
              <a:buNone/>
              <a:defRPr sz="36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Helvetica Neue"/>
              <a:buNone/>
              <a:defRPr sz="36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Helvetica Neue"/>
              <a:buNone/>
              <a:defRPr sz="36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Helvetica Neue"/>
              <a:buNone/>
              <a:defRPr sz="36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Helvetica Neue"/>
              <a:buNone/>
              <a:defRPr sz="36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Helvetica Neue"/>
              <a:buNone/>
              <a:defRPr sz="36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Helvetica Neue"/>
              <a:buNone/>
              <a:defRPr sz="36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Helvetica Neue"/>
              <a:buNone/>
              <a:defRPr sz="36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274320" y="1097280"/>
            <a:ext cx="8595300" cy="342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Helvetica Neue"/>
              <a:buChar char="●"/>
              <a:defRPr sz="18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indent="-342900" lvl="1" marL="9144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Helvetica Neue"/>
              <a:buChar char="●"/>
              <a:defRPr sz="18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indent="-342900" lvl="2" marL="13716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Helvetica Neue"/>
              <a:buChar char="●"/>
              <a:defRPr sz="18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indent="-342900" lvl="3" marL="18288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Helvetica Neue"/>
              <a:buChar char="●"/>
              <a:defRPr sz="18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indent="-342900" lvl="4" marL="22860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Helvetica Neue"/>
              <a:buChar char="●"/>
              <a:defRPr sz="18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indent="-342900" lvl="5" marL="27432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Helvetica Neue"/>
              <a:buChar char="●"/>
              <a:defRPr sz="18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indent="-342900" lvl="6" marL="32004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Helvetica Neue"/>
              <a:buChar char="●"/>
              <a:defRPr sz="18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indent="-342900" lvl="7" marL="36576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Helvetica Neue"/>
              <a:buChar char="●"/>
              <a:defRPr sz="18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indent="-342900" lvl="8" marL="4114800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1800"/>
              <a:buFont typeface="Helvetica Neue"/>
              <a:buChar char="●"/>
              <a:defRPr sz="18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/>
        </p:txBody>
      </p:sp>
      <p:sp>
        <p:nvSpPr>
          <p:cNvPr id="8" name="Google Shape;8;p1"/>
          <p:cNvSpPr txBox="1"/>
          <p:nvPr/>
        </p:nvSpPr>
        <p:spPr>
          <a:xfrm>
            <a:off x="274320" y="4572000"/>
            <a:ext cx="80466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 sz="160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‹#›</a:t>
            </a:fld>
            <a:r>
              <a:rPr lang="ru" sz="160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  </a:t>
            </a:r>
            <a:r>
              <a:rPr lang="ru" sz="160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Evrone › Григорий Петров @grigoryvp › bit.ly/ev_pt_ru</a:t>
            </a:r>
            <a:endParaRPr sz="1600">
              <a:solidFill>
                <a:schemeClr val="dk2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9.jp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8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6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5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7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3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4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9.jp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3"/>
          <p:cNvSpPr txBox="1"/>
          <p:nvPr>
            <p:ph type="ctrTitle"/>
          </p:nvPr>
        </p:nvSpPr>
        <p:spPr>
          <a:xfrm>
            <a:off x="274350" y="182880"/>
            <a:ext cx="8595300" cy="2194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Капля ФП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>
                <a:solidFill>
                  <a:schemeClr val="accent1"/>
                </a:solidFill>
              </a:rPr>
              <a:t>в мире лошадей и хомячков</a:t>
            </a:r>
            <a:endParaRPr>
              <a:solidFill>
                <a:schemeClr val="accent1"/>
              </a:solidFill>
            </a:endParaRPr>
          </a:p>
        </p:txBody>
      </p:sp>
      <p:sp>
        <p:nvSpPr>
          <p:cNvPr id="51" name="Google Shape;51;p13"/>
          <p:cNvSpPr txBox="1"/>
          <p:nvPr>
            <p:ph idx="1" type="subTitle"/>
          </p:nvPr>
        </p:nvSpPr>
        <p:spPr>
          <a:xfrm>
            <a:off x="311700" y="4114800"/>
            <a:ext cx="8520600" cy="79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Павел Аргентов, Evrone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14"/>
          <p:cNvSpPr txBox="1"/>
          <p:nvPr>
            <p:ph type="title"/>
          </p:nvPr>
        </p:nvSpPr>
        <p:spPr>
          <a:xfrm>
            <a:off x="274320" y="274320"/>
            <a:ext cx="4114800" cy="109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@argent-smith</a:t>
            </a:r>
            <a:endParaRPr/>
          </a:p>
        </p:txBody>
      </p:sp>
      <p:sp>
        <p:nvSpPr>
          <p:cNvPr id="57" name="Google Shape;57;p14"/>
          <p:cNvSpPr txBox="1"/>
          <p:nvPr>
            <p:ph idx="2" type="body"/>
          </p:nvPr>
        </p:nvSpPr>
        <p:spPr>
          <a:xfrm>
            <a:off x="4846320" y="560100"/>
            <a:ext cx="4023300" cy="4023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t/>
            </a:r>
            <a:endParaRPr/>
          </a:p>
        </p:txBody>
      </p:sp>
      <p:sp>
        <p:nvSpPr>
          <p:cNvPr id="58" name="Google Shape;58;p14"/>
          <p:cNvSpPr txBox="1"/>
          <p:nvPr>
            <p:ph idx="1" type="subTitle"/>
          </p:nvPr>
        </p:nvSpPr>
        <p:spPr>
          <a:xfrm>
            <a:off x="274320" y="1645920"/>
            <a:ext cx="4114800" cy="3182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30 лет программирования на … запамятовал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ru"/>
              <a:t>Разрабатывал</a:t>
            </a:r>
            <a:endParaRPr/>
          </a:p>
          <a:p>
            <a:pPr indent="-342900" lvl="0" marL="45720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Char char="●"/>
            </a:pPr>
            <a:r>
              <a:rPr lang="ru"/>
              <a:t>Routers</a:t>
            </a:r>
            <a:endParaRPr/>
          </a:p>
          <a:p>
            <a: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ru"/>
              <a:t>ETL</a:t>
            </a:r>
            <a:endParaRPr/>
          </a:p>
          <a:p>
            <a: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ru"/>
              <a:t>Web</a:t>
            </a:r>
            <a:endParaRPr/>
          </a:p>
          <a:p>
            <a: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●"/>
            </a:pPr>
            <a:r>
              <a:rPr lang="ru">
                <a:solidFill>
                  <a:schemeClr val="accent1"/>
                </a:solidFill>
              </a:rPr>
              <a:t>Программистов</a:t>
            </a:r>
            <a:endParaRPr>
              <a:solidFill>
                <a:schemeClr val="accent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/>
          </a:p>
        </p:txBody>
      </p:sp>
      <p:pic>
        <p:nvPicPr>
          <p:cNvPr id="59" name="Google Shape;59;p14" title="IMG_7508.jpeg"/>
          <p:cNvPicPr preferRelativeResize="0"/>
          <p:nvPr/>
        </p:nvPicPr>
        <p:blipFill rotWithShape="1">
          <a:blip r:embed="rId3">
            <a:alphaModFix/>
          </a:blip>
          <a:srcRect b="0" l="11111" r="0" t="0"/>
          <a:stretch/>
        </p:blipFill>
        <p:spPr>
          <a:xfrm>
            <a:off x="4572000" y="0"/>
            <a:ext cx="4572000" cy="51435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15"/>
          <p:cNvSpPr txBox="1"/>
          <p:nvPr>
            <p:ph type="title"/>
          </p:nvPr>
        </p:nvSpPr>
        <p:spPr>
          <a:xfrm>
            <a:off x="274320" y="274320"/>
            <a:ext cx="4114800" cy="109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О чём это?</a:t>
            </a:r>
            <a:endParaRPr/>
          </a:p>
        </p:txBody>
      </p:sp>
      <p:sp>
        <p:nvSpPr>
          <p:cNvPr id="65" name="Google Shape;65;p15"/>
          <p:cNvSpPr txBox="1"/>
          <p:nvPr>
            <p:ph idx="2" type="body"/>
          </p:nvPr>
        </p:nvSpPr>
        <p:spPr>
          <a:xfrm>
            <a:off x="4846320" y="560100"/>
            <a:ext cx="4023300" cy="4023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t/>
            </a:r>
            <a:endParaRPr/>
          </a:p>
        </p:txBody>
      </p:sp>
      <p:sp>
        <p:nvSpPr>
          <p:cNvPr id="66" name="Google Shape;66;p15"/>
          <p:cNvSpPr txBox="1"/>
          <p:nvPr>
            <p:ph idx="1" type="subTitle"/>
          </p:nvPr>
        </p:nvSpPr>
        <p:spPr>
          <a:xfrm>
            <a:off x="274320" y="1645920"/>
            <a:ext cx="4114800" cy="3182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ru"/>
              <a:t>Проблемы программ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ru"/>
              <a:t>Проблемы программистов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ru"/>
              <a:t>Капля ФП расширяет сознание лошади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ru"/>
              <a:t>А хомячка разрывает на части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ru"/>
              <a:t>ФП повсюду, но не там, где хочется…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ru"/>
              <a:t>De beneficia mentis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/>
          </a:p>
        </p:txBody>
      </p:sp>
      <p:sp>
        <p:nvSpPr>
          <p:cNvPr id="67" name="Google Shape;67;p15"/>
          <p:cNvSpPr/>
          <p:nvPr>
            <p:ph idx="3" type="pic"/>
          </p:nvPr>
        </p:nvSpPr>
        <p:spPr>
          <a:xfrm>
            <a:off x="4572000" y="0"/>
            <a:ext cx="4572000" cy="5143500"/>
          </a:xfrm>
          <a:prstGeom prst="rect">
            <a:avLst/>
          </a:prstGeom>
        </p:spPr>
      </p:sp>
      <p:pic>
        <p:nvPicPr>
          <p:cNvPr id="68" name="Google Shape;68;p15"/>
          <p:cNvPicPr preferRelativeResize="0"/>
          <p:nvPr/>
        </p:nvPicPr>
        <p:blipFill rotWithShape="1">
          <a:blip r:embed="rId3">
            <a:alphaModFix/>
          </a:blip>
          <a:srcRect b="0" l="6707" r="0" t="0"/>
          <a:stretch/>
        </p:blipFill>
        <p:spPr>
          <a:xfrm>
            <a:off x="4579625" y="0"/>
            <a:ext cx="4572000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6"/>
          <p:cNvSpPr txBox="1"/>
          <p:nvPr>
            <p:ph type="title"/>
          </p:nvPr>
        </p:nvSpPr>
        <p:spPr>
          <a:xfrm>
            <a:off x="274320" y="274320"/>
            <a:ext cx="4114800" cy="109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Проблемы программ</a:t>
            </a:r>
            <a:endParaRPr/>
          </a:p>
        </p:txBody>
      </p:sp>
      <p:sp>
        <p:nvSpPr>
          <p:cNvPr id="74" name="Google Shape;74;p16"/>
          <p:cNvSpPr txBox="1"/>
          <p:nvPr>
            <p:ph idx="2" type="body"/>
          </p:nvPr>
        </p:nvSpPr>
        <p:spPr>
          <a:xfrm>
            <a:off x="4846320" y="560100"/>
            <a:ext cx="4023300" cy="4023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t/>
            </a:r>
            <a:endParaRPr/>
          </a:p>
        </p:txBody>
      </p:sp>
      <p:sp>
        <p:nvSpPr>
          <p:cNvPr id="75" name="Google Shape;75;p16"/>
          <p:cNvSpPr txBox="1"/>
          <p:nvPr>
            <p:ph idx="1" type="subTitle"/>
          </p:nvPr>
        </p:nvSpPr>
        <p:spPr>
          <a:xfrm>
            <a:off x="274320" y="1645920"/>
            <a:ext cx="4114800" cy="3182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ru"/>
              <a:t>Аппаратура</a:t>
            </a:r>
            <a:endParaRPr/>
          </a:p>
          <a:p>
            <a: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ru"/>
              <a:t>Качество кода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/>
          </a:p>
        </p:txBody>
      </p:sp>
      <p:pic>
        <p:nvPicPr>
          <p:cNvPr id="76" name="Google Shape;76;p16"/>
          <p:cNvPicPr preferRelativeResize="0"/>
          <p:nvPr/>
        </p:nvPicPr>
        <p:blipFill rotWithShape="1">
          <a:blip r:embed="rId3">
            <a:alphaModFix/>
          </a:blip>
          <a:srcRect b="2589" l="4765" r="3051" t="1145"/>
          <a:stretch/>
        </p:blipFill>
        <p:spPr>
          <a:xfrm>
            <a:off x="4572000" y="-29500"/>
            <a:ext cx="4572001" cy="53446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7"/>
          <p:cNvSpPr txBox="1"/>
          <p:nvPr>
            <p:ph type="title"/>
          </p:nvPr>
        </p:nvSpPr>
        <p:spPr>
          <a:xfrm>
            <a:off x="274320" y="274320"/>
            <a:ext cx="4114800" cy="109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Проблемы программистов</a:t>
            </a:r>
            <a:endParaRPr/>
          </a:p>
        </p:txBody>
      </p:sp>
      <p:sp>
        <p:nvSpPr>
          <p:cNvPr id="82" name="Google Shape;82;p17"/>
          <p:cNvSpPr txBox="1"/>
          <p:nvPr>
            <p:ph idx="2" type="body"/>
          </p:nvPr>
        </p:nvSpPr>
        <p:spPr>
          <a:xfrm>
            <a:off x="4846320" y="560100"/>
            <a:ext cx="4023300" cy="4023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t/>
            </a:r>
            <a:endParaRPr/>
          </a:p>
        </p:txBody>
      </p:sp>
      <p:sp>
        <p:nvSpPr>
          <p:cNvPr id="83" name="Google Shape;83;p17"/>
          <p:cNvSpPr txBox="1"/>
          <p:nvPr>
            <p:ph idx="1" type="subTitle"/>
          </p:nvPr>
        </p:nvSpPr>
        <p:spPr>
          <a:xfrm>
            <a:off x="274320" y="1645920"/>
            <a:ext cx="4114800" cy="3182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ru"/>
              <a:t>Когнитивная сложность</a:t>
            </a:r>
            <a:endParaRPr/>
          </a:p>
          <a:p>
            <a: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ru"/>
              <a:t>Сложность алгоритмов</a:t>
            </a:r>
            <a:endParaRPr/>
          </a:p>
          <a:p>
            <a: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ru"/>
              <a:t>Сложность данных</a:t>
            </a:r>
            <a:endParaRPr/>
          </a:p>
          <a:p>
            <a: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ru"/>
              <a:t>Сложность состояний</a:t>
            </a:r>
            <a:endParaRPr/>
          </a:p>
          <a:p>
            <a: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ru"/>
              <a:t>Сложность параллелизма</a:t>
            </a:r>
            <a:endParaRPr/>
          </a:p>
          <a:p>
            <a: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ru"/>
              <a:t>Сложность задачи (собственная и привнесенная)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/>
          </a:p>
        </p:txBody>
      </p:sp>
      <p:pic>
        <p:nvPicPr>
          <p:cNvPr id="84" name="Google Shape;84;p17"/>
          <p:cNvPicPr preferRelativeResize="0"/>
          <p:nvPr/>
        </p:nvPicPr>
        <p:blipFill rotWithShape="1">
          <a:blip r:embed="rId3">
            <a:alphaModFix/>
          </a:blip>
          <a:srcRect b="0" l="2163" r="7322" t="0"/>
          <a:stretch/>
        </p:blipFill>
        <p:spPr>
          <a:xfrm>
            <a:off x="4572000" y="0"/>
            <a:ext cx="4572001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18"/>
          <p:cNvSpPr txBox="1"/>
          <p:nvPr>
            <p:ph type="title"/>
          </p:nvPr>
        </p:nvSpPr>
        <p:spPr>
          <a:xfrm>
            <a:off x="274320" y="274320"/>
            <a:ext cx="4114800" cy="109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Капля ФП в скоупе лошади</a:t>
            </a:r>
            <a:endParaRPr/>
          </a:p>
        </p:txBody>
      </p:sp>
      <p:sp>
        <p:nvSpPr>
          <p:cNvPr id="90" name="Google Shape;90;p18"/>
          <p:cNvSpPr txBox="1"/>
          <p:nvPr>
            <p:ph idx="2" type="body"/>
          </p:nvPr>
        </p:nvSpPr>
        <p:spPr>
          <a:xfrm>
            <a:off x="4846320" y="560100"/>
            <a:ext cx="4023300" cy="4023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t/>
            </a:r>
            <a:endParaRPr/>
          </a:p>
        </p:txBody>
      </p:sp>
      <p:sp>
        <p:nvSpPr>
          <p:cNvPr id="91" name="Google Shape;91;p18"/>
          <p:cNvSpPr txBox="1"/>
          <p:nvPr>
            <p:ph idx="1" type="subTitle"/>
          </p:nvPr>
        </p:nvSpPr>
        <p:spPr>
          <a:xfrm>
            <a:off x="274320" y="1645920"/>
            <a:ext cx="4114800" cy="3182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ru"/>
              <a:t>Когнитивная сложность: </a:t>
            </a:r>
            <a:r>
              <a:rPr lang="ru">
                <a:solidFill>
                  <a:schemeClr val="accent1"/>
                </a:solidFill>
              </a:rPr>
              <a:t>декларативность</a:t>
            </a:r>
            <a:endParaRPr>
              <a:solidFill>
                <a:schemeClr val="accent1"/>
              </a:solidFill>
            </a:endParaRPr>
          </a:p>
          <a:p>
            <a:pPr indent="0" lvl="0" marL="45720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accent1"/>
              </a:solidFill>
            </a:endParaRPr>
          </a:p>
          <a:p>
            <a:pPr indent="-342900" lvl="0" marL="45720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Char char="●"/>
            </a:pPr>
            <a:r>
              <a:rPr lang="ru"/>
              <a:t>Сложность алгоритмов: </a:t>
            </a:r>
            <a:endParaRPr/>
          </a:p>
          <a:p>
            <a:pPr indent="0" lvl="0" marL="45720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ru" sz="3300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rPr>
              <a:t>𝛌</a:t>
            </a:r>
            <a:endParaRPr sz="100">
              <a:solidFill>
                <a:schemeClr val="accent1"/>
              </a:solidFill>
            </a:endParaRPr>
          </a:p>
          <a:p>
            <a:pPr indent="-342900" lvl="0" marL="45720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Char char="●"/>
            </a:pPr>
            <a:r>
              <a:rPr lang="ru"/>
              <a:t>Сложность данных: </a:t>
            </a:r>
            <a:r>
              <a:rPr lang="ru">
                <a:solidFill>
                  <a:schemeClr val="accent1"/>
                </a:solidFill>
              </a:rPr>
              <a:t>иммутабельность</a:t>
            </a:r>
            <a:endParaRPr>
              <a:solidFill>
                <a:schemeClr val="accent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/>
          </a:p>
        </p:txBody>
      </p:sp>
      <p:pic>
        <p:nvPicPr>
          <p:cNvPr id="92" name="Google Shape;92;p18"/>
          <p:cNvPicPr preferRelativeResize="0"/>
          <p:nvPr/>
        </p:nvPicPr>
        <p:blipFill rotWithShape="1">
          <a:blip r:embed="rId3">
            <a:alphaModFix/>
          </a:blip>
          <a:srcRect b="11871" l="0" r="5633" t="8511"/>
          <a:stretch/>
        </p:blipFill>
        <p:spPr>
          <a:xfrm>
            <a:off x="4572000" y="0"/>
            <a:ext cx="4572000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19"/>
          <p:cNvSpPr txBox="1"/>
          <p:nvPr>
            <p:ph type="title"/>
          </p:nvPr>
        </p:nvSpPr>
        <p:spPr>
          <a:xfrm>
            <a:off x="274320" y="274320"/>
            <a:ext cx="4114800" cy="109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Капля ФП в скоупе лошади</a:t>
            </a:r>
            <a:endParaRPr/>
          </a:p>
        </p:txBody>
      </p:sp>
      <p:sp>
        <p:nvSpPr>
          <p:cNvPr id="98" name="Google Shape;98;p19"/>
          <p:cNvSpPr txBox="1"/>
          <p:nvPr>
            <p:ph idx="2" type="body"/>
          </p:nvPr>
        </p:nvSpPr>
        <p:spPr>
          <a:xfrm>
            <a:off x="4846320" y="560100"/>
            <a:ext cx="4023300" cy="4023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t/>
            </a:r>
            <a:endParaRPr/>
          </a:p>
        </p:txBody>
      </p:sp>
      <p:sp>
        <p:nvSpPr>
          <p:cNvPr id="99" name="Google Shape;99;p19"/>
          <p:cNvSpPr txBox="1"/>
          <p:nvPr>
            <p:ph idx="1" type="subTitle"/>
          </p:nvPr>
        </p:nvSpPr>
        <p:spPr>
          <a:xfrm>
            <a:off x="274320" y="1645920"/>
            <a:ext cx="4114800" cy="3182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ru"/>
              <a:t>Состояния: </a:t>
            </a:r>
            <a:endParaRPr/>
          </a:p>
          <a:p>
            <a:pPr indent="0" lvl="0" marL="45720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ru">
                <a:solidFill>
                  <a:schemeClr val="accent1"/>
                </a:solidFill>
              </a:rPr>
              <a:t>декларативность</a:t>
            </a:r>
            <a:endParaRPr>
              <a:solidFill>
                <a:schemeClr val="accent1"/>
              </a:solidFill>
            </a:endParaRPr>
          </a:p>
          <a:p>
            <a:pPr indent="-342900" lvl="0" marL="45720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Char char="●"/>
            </a:pPr>
            <a:r>
              <a:rPr lang="ru"/>
              <a:t>Параллелизм</a:t>
            </a:r>
            <a:r>
              <a:rPr lang="ru"/>
              <a:t>: </a:t>
            </a:r>
            <a:endParaRPr/>
          </a:p>
          <a:p>
            <a:pPr indent="0" lvl="0" marL="45720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ru" sz="3300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rPr>
              <a:t>𝛌 </a:t>
            </a:r>
            <a:r>
              <a:rPr lang="ru" sz="2000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rPr>
              <a:t>&gt;&gt;= </a:t>
            </a:r>
            <a:r>
              <a:rPr lang="ru" sz="3300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rPr>
              <a:t>𝛌</a:t>
            </a:r>
            <a:endParaRPr sz="100">
              <a:solidFill>
                <a:schemeClr val="accent1"/>
              </a:solidFill>
            </a:endParaRPr>
          </a:p>
          <a:p>
            <a:pPr indent="-342900" lvl="0" marL="45720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Char char="●"/>
            </a:pPr>
            <a:r>
              <a:rPr lang="ru"/>
              <a:t>Сложность задачи: </a:t>
            </a:r>
            <a:r>
              <a:rPr lang="ru">
                <a:solidFill>
                  <a:schemeClr val="accent1"/>
                </a:solidFill>
              </a:rPr>
              <a:t>функциональная декомпозиция</a:t>
            </a:r>
            <a:endParaRPr>
              <a:solidFill>
                <a:schemeClr val="accent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/>
          </a:p>
        </p:txBody>
      </p:sp>
      <p:pic>
        <p:nvPicPr>
          <p:cNvPr id="100" name="Google Shape;100;p19"/>
          <p:cNvPicPr preferRelativeResize="0"/>
          <p:nvPr/>
        </p:nvPicPr>
        <p:blipFill rotWithShape="1">
          <a:blip r:embed="rId3">
            <a:alphaModFix/>
          </a:blip>
          <a:srcRect b="5432" l="0" r="5962" t="7360"/>
          <a:stretch/>
        </p:blipFill>
        <p:spPr>
          <a:xfrm>
            <a:off x="4572000" y="0"/>
            <a:ext cx="4572000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0"/>
          <p:cNvSpPr txBox="1"/>
          <p:nvPr>
            <p:ph type="title"/>
          </p:nvPr>
        </p:nvSpPr>
        <p:spPr>
          <a:xfrm>
            <a:off x="274320" y="274320"/>
            <a:ext cx="4114800" cy="109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Капля ФП в скоупе </a:t>
            </a:r>
            <a:r>
              <a:rPr lang="ru"/>
              <a:t>🐹</a:t>
            </a:r>
            <a:endParaRPr/>
          </a:p>
        </p:txBody>
      </p:sp>
      <p:sp>
        <p:nvSpPr>
          <p:cNvPr id="106" name="Google Shape;106;p20"/>
          <p:cNvSpPr txBox="1"/>
          <p:nvPr>
            <p:ph idx="2" type="body"/>
          </p:nvPr>
        </p:nvSpPr>
        <p:spPr>
          <a:xfrm>
            <a:off x="4846320" y="560100"/>
            <a:ext cx="4023300" cy="4023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t/>
            </a:r>
            <a:endParaRPr/>
          </a:p>
        </p:txBody>
      </p:sp>
      <p:sp>
        <p:nvSpPr>
          <p:cNvPr id="107" name="Google Shape;107;p20"/>
          <p:cNvSpPr txBox="1"/>
          <p:nvPr>
            <p:ph idx="1" type="subTitle"/>
          </p:nvPr>
        </p:nvSpPr>
        <p:spPr>
          <a:xfrm>
            <a:off x="274320" y="1645920"/>
            <a:ext cx="4114800" cy="3182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ru"/>
              <a:t>Налог на мозг</a:t>
            </a:r>
            <a:endParaRPr/>
          </a:p>
          <a:p>
            <a:pPr indent="0" lvl="0" marL="45720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ru">
                <a:solidFill>
                  <a:schemeClr val="accent1"/>
                </a:solidFill>
              </a:rPr>
              <a:t>алгебра, семантическая плотность, дообучение</a:t>
            </a:r>
            <a:endParaRPr>
              <a:solidFill>
                <a:schemeClr val="accent1"/>
              </a:solidFill>
            </a:endParaRPr>
          </a:p>
          <a:p>
            <a:pPr indent="-342900" lvl="0" marL="45720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Char char="●"/>
            </a:pPr>
            <a:r>
              <a:rPr lang="ru"/>
              <a:t>Проблема получения знаний</a:t>
            </a:r>
            <a:endParaRPr/>
          </a:p>
          <a:p>
            <a:pPr indent="0" lvl="0" marL="45720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ru"/>
              <a:t>(они повсюду)</a:t>
            </a:r>
            <a:endParaRPr/>
          </a:p>
          <a:p>
            <a:pPr indent="-342900" lvl="0" marL="45720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Char char="●"/>
            </a:pPr>
            <a:r>
              <a:rPr lang="ru"/>
              <a:t>Сопротивление сообщества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lang="ru" sz="2500"/>
              <a:t>     </a:t>
            </a:r>
            <a:r>
              <a:rPr lang="ru" sz="2500">
                <a:solidFill>
                  <a:schemeClr val="accent1"/>
                </a:solidFill>
              </a:rPr>
              <a:t>Ужас бизнеса</a:t>
            </a:r>
            <a:endParaRPr sz="2500">
              <a:solidFill>
                <a:schemeClr val="accent1"/>
              </a:solidFill>
            </a:endParaRPr>
          </a:p>
        </p:txBody>
      </p:sp>
      <p:pic>
        <p:nvPicPr>
          <p:cNvPr id="108" name="Google Shape;108;p20"/>
          <p:cNvPicPr preferRelativeResize="0"/>
          <p:nvPr/>
        </p:nvPicPr>
        <p:blipFill rotWithShape="1">
          <a:blip r:embed="rId3">
            <a:alphaModFix/>
          </a:blip>
          <a:srcRect b="0" l="17309" r="15886" t="0"/>
          <a:stretch/>
        </p:blipFill>
        <p:spPr>
          <a:xfrm>
            <a:off x="4572000" y="0"/>
            <a:ext cx="4572000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21"/>
          <p:cNvSpPr txBox="1"/>
          <p:nvPr>
            <p:ph type="title"/>
          </p:nvPr>
        </p:nvSpPr>
        <p:spPr>
          <a:xfrm>
            <a:off x="274320" y="274320"/>
            <a:ext cx="4114800" cy="109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ФП уже повсюду</a:t>
            </a:r>
            <a:endParaRPr/>
          </a:p>
        </p:txBody>
      </p:sp>
      <p:sp>
        <p:nvSpPr>
          <p:cNvPr id="114" name="Google Shape;114;p21"/>
          <p:cNvSpPr txBox="1"/>
          <p:nvPr>
            <p:ph idx="1" type="subTitle"/>
          </p:nvPr>
        </p:nvSpPr>
        <p:spPr>
          <a:xfrm>
            <a:off x="274320" y="1645920"/>
            <a:ext cx="4114800" cy="3182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ru"/>
              <a:t>Это традиционный стиль программирования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ru"/>
              <a:t>ФП-языки </a:t>
            </a:r>
            <a:r>
              <a:rPr lang="ru">
                <a:solidFill>
                  <a:schemeClr val="accent1"/>
                </a:solidFill>
              </a:rPr>
              <a:t>докторские (нет)</a:t>
            </a:r>
            <a:endParaRPr>
              <a:solidFill>
                <a:schemeClr val="accent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ru"/>
              <a:t>ФП-детали есть во всех обычных языках</a:t>
            </a:r>
            <a:endParaRPr/>
          </a:p>
        </p:txBody>
      </p:sp>
      <p:sp>
        <p:nvSpPr>
          <p:cNvPr id="115" name="Google Shape;115;p21"/>
          <p:cNvSpPr txBox="1"/>
          <p:nvPr>
            <p:ph idx="2" type="body"/>
          </p:nvPr>
        </p:nvSpPr>
        <p:spPr>
          <a:xfrm>
            <a:off x="4846320" y="560100"/>
            <a:ext cx="4023300" cy="4023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t/>
            </a:r>
            <a:endParaRPr/>
          </a:p>
        </p:txBody>
      </p:sp>
      <p:sp>
        <p:nvSpPr>
          <p:cNvPr id="116" name="Google Shape;116;p21"/>
          <p:cNvSpPr/>
          <p:nvPr>
            <p:ph idx="3" type="pic"/>
          </p:nvPr>
        </p:nvSpPr>
        <p:spPr>
          <a:xfrm>
            <a:off x="4572000" y="0"/>
            <a:ext cx="4572000" cy="5143500"/>
          </a:xfrm>
          <a:prstGeom prst="rect">
            <a:avLst/>
          </a:prstGeom>
        </p:spPr>
      </p:sp>
      <p:pic>
        <p:nvPicPr>
          <p:cNvPr id="117" name="Google Shape;117;p21"/>
          <p:cNvPicPr preferRelativeResize="0"/>
          <p:nvPr/>
        </p:nvPicPr>
        <p:blipFill rotWithShape="1">
          <a:blip r:embed="rId3">
            <a:alphaModFix/>
          </a:blip>
          <a:srcRect b="5322" l="0" r="3846" t="807"/>
          <a:stretch/>
        </p:blipFill>
        <p:spPr>
          <a:xfrm>
            <a:off x="4572000" y="0"/>
            <a:ext cx="4571999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22"/>
          <p:cNvSpPr txBox="1"/>
          <p:nvPr>
            <p:ph type="title"/>
          </p:nvPr>
        </p:nvSpPr>
        <p:spPr>
          <a:xfrm>
            <a:off x="274320" y="274320"/>
            <a:ext cx="4114800" cy="109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De beneficia mentis</a:t>
            </a:r>
            <a:endParaRPr/>
          </a:p>
        </p:txBody>
      </p:sp>
      <p:sp>
        <p:nvSpPr>
          <p:cNvPr id="123" name="Google Shape;123;p22"/>
          <p:cNvSpPr txBox="1"/>
          <p:nvPr>
            <p:ph idx="1" type="subTitle"/>
          </p:nvPr>
        </p:nvSpPr>
        <p:spPr>
          <a:xfrm>
            <a:off x="274320" y="1645920"/>
            <a:ext cx="4114800" cy="3182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ru"/>
              <a:t>Мозг полезен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ru"/>
              <a:t>И это порождает эффекты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ru"/>
              <a:t>ФП — фабрика хорошего кода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ru"/>
              <a:t>Ум программиста — долговременный актив</a:t>
            </a:r>
            <a:endParaRPr/>
          </a:p>
        </p:txBody>
      </p:sp>
      <p:sp>
        <p:nvSpPr>
          <p:cNvPr id="124" name="Google Shape;124;p22"/>
          <p:cNvSpPr txBox="1"/>
          <p:nvPr>
            <p:ph idx="2" type="body"/>
          </p:nvPr>
        </p:nvSpPr>
        <p:spPr>
          <a:xfrm>
            <a:off x="4846320" y="560100"/>
            <a:ext cx="4023300" cy="4023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t/>
            </a:r>
            <a:endParaRPr/>
          </a:p>
        </p:txBody>
      </p:sp>
      <p:sp>
        <p:nvSpPr>
          <p:cNvPr id="125" name="Google Shape;125;p22"/>
          <p:cNvSpPr/>
          <p:nvPr>
            <p:ph idx="3" type="pic"/>
          </p:nvPr>
        </p:nvSpPr>
        <p:spPr>
          <a:xfrm>
            <a:off x="4572000" y="0"/>
            <a:ext cx="4572000" cy="5143500"/>
          </a:xfrm>
          <a:prstGeom prst="rect">
            <a:avLst/>
          </a:prstGeom>
        </p:spPr>
      </p:sp>
      <p:pic>
        <p:nvPicPr>
          <p:cNvPr id="126" name="Google Shape;126;p22"/>
          <p:cNvPicPr preferRelativeResize="0"/>
          <p:nvPr/>
        </p:nvPicPr>
        <p:blipFill rotWithShape="1">
          <a:blip r:embed="rId3">
            <a:alphaModFix/>
          </a:blip>
          <a:srcRect b="11917" l="3846" r="0" t="11194"/>
          <a:stretch/>
        </p:blipFill>
        <p:spPr>
          <a:xfrm>
            <a:off x="4572000" y="0"/>
            <a:ext cx="4572000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23"/>
          <p:cNvSpPr txBox="1"/>
          <p:nvPr>
            <p:ph type="title"/>
          </p:nvPr>
        </p:nvSpPr>
        <p:spPr>
          <a:xfrm>
            <a:off x="274320" y="274320"/>
            <a:ext cx="4114800" cy="109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@argent-smith</a:t>
            </a:r>
            <a:endParaRPr/>
          </a:p>
        </p:txBody>
      </p:sp>
      <p:sp>
        <p:nvSpPr>
          <p:cNvPr id="132" name="Google Shape;132;p23"/>
          <p:cNvSpPr txBox="1"/>
          <p:nvPr>
            <p:ph idx="2" type="body"/>
          </p:nvPr>
        </p:nvSpPr>
        <p:spPr>
          <a:xfrm>
            <a:off x="4846320" y="560100"/>
            <a:ext cx="4023300" cy="4023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t/>
            </a:r>
            <a:endParaRPr/>
          </a:p>
        </p:txBody>
      </p:sp>
      <p:sp>
        <p:nvSpPr>
          <p:cNvPr id="133" name="Google Shape;133;p23"/>
          <p:cNvSpPr txBox="1"/>
          <p:nvPr>
            <p:ph idx="1" type="subTitle"/>
          </p:nvPr>
        </p:nvSpPr>
        <p:spPr>
          <a:xfrm>
            <a:off x="274320" y="1645920"/>
            <a:ext cx="4114800" cy="3182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3400"/>
              <a:t>Спасибо!</a:t>
            </a:r>
            <a:endParaRPr sz="3400"/>
          </a:p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ru"/>
              <a:t>Иллюстрации </a:t>
            </a:r>
            <a:r>
              <a:rPr lang="ru">
                <a:solidFill>
                  <a:schemeClr val="accent1"/>
                </a:solidFill>
              </a:rPr>
              <a:t>Waldemar Kazak</a:t>
            </a:r>
            <a:endParaRPr>
              <a:solidFill>
                <a:schemeClr val="accent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lang="ru"/>
              <a:t>Портрет</a:t>
            </a:r>
            <a:r>
              <a:rPr lang="ru">
                <a:solidFill>
                  <a:schemeClr val="accent1"/>
                </a:solidFill>
              </a:rPr>
              <a:t> Роман Папулов</a:t>
            </a:r>
            <a:endParaRPr>
              <a:solidFill>
                <a:schemeClr val="accent1"/>
              </a:solidFill>
            </a:endParaRPr>
          </a:p>
        </p:txBody>
      </p:sp>
      <p:pic>
        <p:nvPicPr>
          <p:cNvPr id="134" name="Google Shape;134;p23" title="IMG_7508.jpeg"/>
          <p:cNvPicPr preferRelativeResize="0"/>
          <p:nvPr/>
        </p:nvPicPr>
        <p:blipFill rotWithShape="1">
          <a:blip r:embed="rId3">
            <a:alphaModFix/>
          </a:blip>
          <a:srcRect b="0" l="11111" r="0" t="0"/>
          <a:stretch/>
        </p:blipFill>
        <p:spPr>
          <a:xfrm>
            <a:off x="4572000" y="0"/>
            <a:ext cx="4572000" cy="51435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Evrone Event Presentation">
  <a:themeElements>
    <a:clrScheme name="Simple Light">
      <a:dk1>
        <a:srgbClr val="000000"/>
      </a:dk1>
      <a:lt1>
        <a:srgbClr val="FFFFFF"/>
      </a:lt1>
      <a:dk2>
        <a:srgbClr val="808080"/>
      </a:dk2>
      <a:lt2>
        <a:srgbClr val="CCCCCC"/>
      </a:lt2>
      <a:accent1>
        <a:srgbClr val="FF5533"/>
      </a:accent1>
      <a:accent2>
        <a:srgbClr val="E5E5E5"/>
      </a:accent2>
      <a:accent3>
        <a:srgbClr val="009955"/>
      </a:accent3>
      <a:accent4>
        <a:srgbClr val="FFCC55"/>
      </a:accent4>
      <a:accent5>
        <a:srgbClr val="0055CC"/>
      </a:accent5>
      <a:accent6>
        <a:srgbClr val="FFDDCC"/>
      </a:accent6>
      <a:hlink>
        <a:srgbClr val="0055CC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