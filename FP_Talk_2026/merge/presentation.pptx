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5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2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5" y="3601063"/>
            <a:ext cx="5139630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400" cy="1232104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90" y="1735932"/>
            <a:ext cx="582455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6" y="2524748"/>
            <a:ext cx="4104952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7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1" y="1791579"/>
            <a:ext cx="71375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4" cy="1365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51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1" y="2097651"/>
            <a:ext cx="2700008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9" y="2097644"/>
            <a:ext cx="3249568" cy="1519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51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1" y="2097651"/>
            <a:ext cx="2700008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9" y="2097644"/>
            <a:ext cx="3249568" cy="1519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51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1" y="2097651"/>
            <a:ext cx="2700008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9" y="2097644"/>
            <a:ext cx="3249568" cy="1519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51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1" y="2097651"/>
            <a:ext cx="2700008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9" y="2097644"/>
            <a:ext cx="3249568" cy="1519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51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1" y="2097651"/>
            <a:ext cx="2700008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9" y="2097644"/>
            <a:ext cx="3249568" cy="1519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51" y="1791579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1" y="2097651"/>
            <a:ext cx="2700008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9" y="2097644"/>
            <a:ext cx="3249568" cy="1519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07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Чистая функция</a:t>
            </a:r>
            <a:r>
              <a:t>: возвращаемое значение зависит только от аргументов;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нет побочных эффектов.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Эффекты</a:t>
            </a:r>
            <a:r>
              <a:t> неизбежны (I/O, время, состояние). Стратегия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изоляция</a:t>
            </a:r>
            <a: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4"/>
            <a:ext cx="3350003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6" y="2037506"/>
            <a:ext cx="2740002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8" y="3726745"/>
            <a:ext cx="2148714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5"/>
            <a:ext cx="2416594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4"/>
            <a:ext cx="3350003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6" y="2037506"/>
            <a:ext cx="2740002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8" y="3726745"/>
            <a:ext cx="2148714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5"/>
            <a:ext cx="2416594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4"/>
            <a:ext cx="3350003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6" y="2037506"/>
            <a:ext cx="2740002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8" y="3726745"/>
            <a:ext cx="2148714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5"/>
            <a:ext cx="2416594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4"/>
            <a:ext cx="3350003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6" y="2037506"/>
            <a:ext cx="2740002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8" y="3726745"/>
            <a:ext cx="2148714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5"/>
            <a:ext cx="2416594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4"/>
            <a:ext cx="3350003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6" y="2037506"/>
            <a:ext cx="2740002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8" y="3726745"/>
            <a:ext cx="2148714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5"/>
            <a:ext cx="2416594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4"/>
            <a:ext cx="3350003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6" y="2037506"/>
            <a:ext cx="2740002" cy="15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8" y="3726745"/>
            <a:ext cx="2148714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5"/>
            <a:ext cx="2416594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71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72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73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7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76" name="bullets"/>
          <p:cNvSpPr txBox="1"/>
          <p:nvPr/>
        </p:nvSpPr>
        <p:spPr>
          <a:xfrm>
            <a:off x="381660" y="1562944"/>
            <a:ext cx="7165165" cy="1849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80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81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82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8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8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2A2A2A"/>
                </a:solidFill>
              </a:rPr>
              <a:t> user = { name: </a:t>
            </a:r>
            <a:r>
              <a:rPr>
                <a:solidFill>
                  <a:srgbClr val="2A2A2A"/>
                </a:solidFill>
              </a:rPr>
              <a:t>string</a:t>
            </a:r>
            <a:r>
              <a:rPr>
                <a:solidFill>
                  <a:srgbClr val="2A2A2A"/>
                </a:solidFill>
              </a:rPr>
              <a:t>; age: </a:t>
            </a:r>
            <a:r>
              <a:rPr>
                <a:solidFill>
                  <a:srgbClr val="2A2A2A"/>
                </a:solidFill>
              </a:rPr>
              <a:t>int</a:t>
            </a:r>
            <a:r>
              <a:rPr>
                <a:solidFill>
                  <a:srgbClr val="2A2A2A"/>
                </a:solidFill>
              </a:rPr>
              <a:t> }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user = { name = 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; age =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2A2A2A"/>
                </a:solidFill>
              </a:rPr>
              <a:t> age =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4"/>
            <a:ext cx="2740001" cy="90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2A2A2A"/>
                </a:solidFill>
              </a:rPr>
              <a:t> User(name: </a:t>
            </a:r>
            <a:r>
              <a:rPr>
                <a:solidFill>
                  <a:srgbClr val="2A2A2A"/>
                </a:solidFill>
              </a:rPr>
              <a:t>String</a:t>
            </a:r>
            <a:r>
              <a:rPr>
                <a:solidFill>
                  <a:srgbClr val="2A2A2A"/>
                </a:solidFill>
              </a:rPr>
              <a:t>, age: </a:t>
            </a:r>
            <a:r>
              <a:rPr>
                <a:solidFill>
                  <a:srgbClr val="2A2A2A"/>
                </a:solidFill>
              </a:rPr>
              <a:t>Int</a:t>
            </a:r>
            <a:r>
              <a:rPr>
                <a:solidFill>
                  <a:srgbClr val="2A2A2A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2A2A2A"/>
                </a:solidFill>
              </a:rPr>
              <a:t> user = User(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,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2A2A2A"/>
                </a:solidFill>
              </a:rPr>
              <a:t> older = user.copy(age =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7" cy="1219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2A2A2A"/>
                </a:solidFill>
              </a:rPr>
              <a:t> User { name: </a:t>
            </a:r>
            <a:r>
              <a:rPr>
                <a:solidFill>
                  <a:srgbClr val="2A2A2A"/>
                </a:solidFill>
              </a:rPr>
              <a:t>String</a:t>
            </a:r>
            <a:r>
              <a:rPr>
                <a:solidFill>
                  <a:srgbClr val="2A2A2A"/>
                </a:solidFill>
              </a:rPr>
              <a:t>, age: </a:t>
            </a:r>
            <a:r>
              <a:rPr>
                <a:solidFill>
                  <a:srgbClr val="2A2A2A"/>
                </a:solidFill>
              </a:rPr>
              <a:t>u32</a:t>
            </a:r>
            <a:r>
              <a:rPr>
                <a:solidFill>
                  <a:srgbClr val="2A2A2A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user = User { name: 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.into(), age: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older = User { age: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</a:t>
            </a:r>
            <a:r>
              <a:t>mut</a:t>
            </a:r>
            <a:r>
              <a:rPr>
                <a:solidFill>
                  <a:srgbClr val="2A2A2A"/>
                </a:solidFill>
              </a:rPr>
              <a:t> draft = User { name: </a:t>
            </a:r>
            <a:r>
              <a:rPr>
                <a:solidFill>
                  <a:srgbClr val="2A2A2A"/>
                </a:solidFill>
              </a:rPr>
              <a:t>"Bob"</a:t>
            </a:r>
            <a:r>
              <a:rPr>
                <a:solidFill>
                  <a:srgbClr val="2A2A2A"/>
                </a:solidFill>
              </a:rPr>
              <a:t>.into(), age: </a:t>
            </a:r>
            <a:r>
              <a:rPr>
                <a:solidFill>
                  <a:srgbClr val="2A2A2A"/>
                </a:solidFill>
              </a:rPr>
              <a:t>25</a:t>
            </a:r>
            <a:r>
              <a:rPr>
                <a:solidFill>
                  <a:srgbClr val="2A2A2A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2A2A2A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2A2A2A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2A2A2A"/>
                </a:solidFill>
              </a:rPr>
              <a:t> dataclass, replace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2A2A2A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2A2A2A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2A2A2A"/>
                </a:solidFill>
              </a:rPr>
              <a:t> User: name: </a:t>
            </a:r>
            <a:r>
              <a:rPr>
                <a:solidFill>
                  <a:srgbClr val="2A2A2A"/>
                </a:solidFill>
              </a:rPr>
              <a:t>str</a:t>
            </a:r>
            <a:r>
              <a:rPr>
                <a:solidFill>
                  <a:srgbClr val="2A2A2A"/>
                </a:solidFill>
              </a:rPr>
              <a:t>; age: </a:t>
            </a:r>
            <a:r>
              <a:rPr>
                <a:solidFill>
                  <a:srgbClr val="2A2A2A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t>, </a:t>
            </a:r>
            <a:r>
              <a:rPr>
                <a:solidFill>
                  <a:srgbClr val="2A2A2A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2A2A2A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09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strict»</a:t>
            </a:r>
            <a:r>
              <a:rPr>
                <a:solidFill>
                  <a:srgbClr val="2A2A2A"/>
                </a:solidFill>
              </a:rPr>
              <a:t>;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user = Object.freeze({ name: 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, age: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older = { ...user, age: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98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599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0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01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0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0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4"/>
            <a:ext cx="2740001" cy="90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2A2A2A"/>
                </a:solidFill>
              </a:rPr>
              <a:t> User(name: </a:t>
            </a:r>
            <a:r>
              <a:rPr>
                <a:solidFill>
                  <a:srgbClr val="2A2A2A"/>
                </a:solidFill>
              </a:rPr>
              <a:t>String</a:t>
            </a:r>
            <a:r>
              <a:rPr>
                <a:solidFill>
                  <a:srgbClr val="2A2A2A"/>
                </a:solidFill>
              </a:rPr>
              <a:t>, age: </a:t>
            </a:r>
            <a:r>
              <a:rPr>
                <a:solidFill>
                  <a:srgbClr val="2A2A2A"/>
                </a:solidFill>
              </a:rPr>
              <a:t>Int</a:t>
            </a:r>
            <a:r>
              <a:rPr>
                <a:solidFill>
                  <a:srgbClr val="2A2A2A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2A2A2A"/>
                </a:solidFill>
              </a:rPr>
              <a:t> user = User(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,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2A2A2A"/>
                </a:solidFill>
              </a:rPr>
              <a:t> older = user.copy(age =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7" cy="1219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2A2A2A"/>
                </a:solidFill>
              </a:rPr>
              <a:t> User { name: </a:t>
            </a:r>
            <a:r>
              <a:rPr>
                <a:solidFill>
                  <a:srgbClr val="2A2A2A"/>
                </a:solidFill>
              </a:rPr>
              <a:t>String</a:t>
            </a:r>
            <a:r>
              <a:rPr>
                <a:solidFill>
                  <a:srgbClr val="2A2A2A"/>
                </a:solidFill>
              </a:rPr>
              <a:t>, age: </a:t>
            </a:r>
            <a:r>
              <a:rPr>
                <a:solidFill>
                  <a:srgbClr val="2A2A2A"/>
                </a:solidFill>
              </a:rPr>
              <a:t>u32</a:t>
            </a:r>
            <a:r>
              <a:rPr>
                <a:solidFill>
                  <a:srgbClr val="2A2A2A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user = User { name: 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.into(), age: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older = User { age: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</a:t>
            </a:r>
            <a:r>
              <a:t>mut</a:t>
            </a:r>
            <a:r>
              <a:rPr>
                <a:solidFill>
                  <a:srgbClr val="2A2A2A"/>
                </a:solidFill>
              </a:rPr>
              <a:t> draft = User { name: </a:t>
            </a:r>
            <a:r>
              <a:rPr>
                <a:solidFill>
                  <a:srgbClr val="2A2A2A"/>
                </a:solidFill>
              </a:rPr>
              <a:t>"Bob"</a:t>
            </a:r>
            <a:r>
              <a:rPr>
                <a:solidFill>
                  <a:srgbClr val="2A2A2A"/>
                </a:solidFill>
              </a:rPr>
              <a:t>.into(), age: </a:t>
            </a:r>
            <a:r>
              <a:rPr>
                <a:solidFill>
                  <a:srgbClr val="2A2A2A"/>
                </a:solidFill>
              </a:rPr>
              <a:t>25</a:t>
            </a:r>
            <a:r>
              <a:rPr>
                <a:solidFill>
                  <a:srgbClr val="2A2A2A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2A2A2A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2A2A2A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2A2A2A"/>
                </a:solidFill>
              </a:rPr>
              <a:t> dataclass, replace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2A2A2A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2A2A2A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2A2A2A"/>
                </a:solidFill>
              </a:rPr>
              <a:t> User: name: </a:t>
            </a:r>
            <a:r>
              <a:rPr>
                <a:solidFill>
                  <a:srgbClr val="2A2A2A"/>
                </a:solidFill>
              </a:rPr>
              <a:t>str</a:t>
            </a:r>
            <a:r>
              <a:rPr>
                <a:solidFill>
                  <a:srgbClr val="2A2A2A"/>
                </a:solidFill>
              </a:rPr>
              <a:t>; age: </a:t>
            </a:r>
            <a:r>
              <a:rPr>
                <a:solidFill>
                  <a:srgbClr val="2A2A2A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t>, </a:t>
            </a:r>
            <a:r>
              <a:rPr>
                <a:solidFill>
                  <a:srgbClr val="2A2A2A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2A2A2A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09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strict»</a:t>
            </a:r>
            <a:r>
              <a:rPr>
                <a:solidFill>
                  <a:srgbClr val="2A2A2A"/>
                </a:solidFill>
              </a:rPr>
              <a:t>;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user = Object.freeze({ name: 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, age: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older = { ...user, age: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18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19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20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2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4"/>
            <a:ext cx="2740001" cy="90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7" cy="1219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2A2A2A"/>
                </a:solidFill>
              </a:rPr>
              <a:t> User { name: </a:t>
            </a:r>
            <a:r>
              <a:rPr>
                <a:solidFill>
                  <a:srgbClr val="2A2A2A"/>
                </a:solidFill>
              </a:rPr>
              <a:t>String</a:t>
            </a:r>
            <a:r>
              <a:rPr>
                <a:solidFill>
                  <a:srgbClr val="2A2A2A"/>
                </a:solidFill>
              </a:rPr>
              <a:t>, age: </a:t>
            </a:r>
            <a:r>
              <a:rPr>
                <a:solidFill>
                  <a:srgbClr val="2A2A2A"/>
                </a:solidFill>
              </a:rPr>
              <a:t>u32</a:t>
            </a:r>
            <a:r>
              <a:rPr>
                <a:solidFill>
                  <a:srgbClr val="2A2A2A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user = User { name: 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.into(), age: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older = User { age: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2A2A2A"/>
                </a:solidFill>
              </a:rPr>
              <a:t> </a:t>
            </a:r>
            <a:r>
              <a:t>mut</a:t>
            </a:r>
            <a:r>
              <a:rPr>
                <a:solidFill>
                  <a:srgbClr val="2A2A2A"/>
                </a:solidFill>
              </a:rPr>
              <a:t> draft = User { name: </a:t>
            </a:r>
            <a:r>
              <a:rPr>
                <a:solidFill>
                  <a:srgbClr val="2A2A2A"/>
                </a:solidFill>
              </a:rPr>
              <a:t>"Bob"</a:t>
            </a:r>
            <a:r>
              <a:rPr>
                <a:solidFill>
                  <a:srgbClr val="2A2A2A"/>
                </a:solidFill>
              </a:rPr>
              <a:t>.into(), age: </a:t>
            </a:r>
            <a:r>
              <a:rPr>
                <a:solidFill>
                  <a:srgbClr val="2A2A2A"/>
                </a:solidFill>
              </a:rPr>
              <a:t>25</a:t>
            </a:r>
            <a:r>
              <a:rPr>
                <a:solidFill>
                  <a:srgbClr val="2A2A2A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2A2A2A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2A2A2A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2A2A2A"/>
                </a:solidFill>
              </a:rPr>
              <a:t> dataclass, replace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2A2A2A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2A2A2A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2A2A2A"/>
                </a:solidFill>
              </a:rPr>
              <a:t> User: name: </a:t>
            </a:r>
            <a:r>
              <a:rPr>
                <a:solidFill>
                  <a:srgbClr val="2A2A2A"/>
                </a:solidFill>
              </a:rPr>
              <a:t>str</a:t>
            </a:r>
            <a:r>
              <a:rPr>
                <a:solidFill>
                  <a:srgbClr val="2A2A2A"/>
                </a:solidFill>
              </a:rPr>
              <a:t>; age: </a:t>
            </a:r>
            <a:r>
              <a:rPr>
                <a:solidFill>
                  <a:srgbClr val="2A2A2A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t>, </a:t>
            </a:r>
            <a:r>
              <a:rPr>
                <a:solidFill>
                  <a:srgbClr val="2A2A2A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2A2A2A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09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strict»</a:t>
            </a:r>
            <a:r>
              <a:rPr>
                <a:solidFill>
                  <a:srgbClr val="2A2A2A"/>
                </a:solidFill>
              </a:rPr>
              <a:t>;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user = Object.freeze({ name: 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, age: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older = { ...user, age: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37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38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39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4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4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4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4"/>
            <a:ext cx="2740001" cy="90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7" cy="1219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2A2A2A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2A2A2A"/>
                </a:solidFill>
              </a:rPr>
              <a:t> dataclass, replace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2A2A2A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2A2A2A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2A2A2A"/>
                </a:solidFill>
              </a:rPr>
              <a:t> User: name: </a:t>
            </a:r>
            <a:r>
              <a:rPr>
                <a:solidFill>
                  <a:srgbClr val="2A2A2A"/>
                </a:solidFill>
              </a:rPr>
              <a:t>str</a:t>
            </a:r>
            <a:r>
              <a:rPr>
                <a:solidFill>
                  <a:srgbClr val="2A2A2A"/>
                </a:solidFill>
              </a:rPr>
              <a:t>; age: </a:t>
            </a:r>
            <a:r>
              <a:rPr>
                <a:solidFill>
                  <a:srgbClr val="2A2A2A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t>, </a:t>
            </a:r>
            <a:r>
              <a:rPr>
                <a:solidFill>
                  <a:srgbClr val="2A2A2A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2A2A2A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09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strict»</a:t>
            </a:r>
            <a:r>
              <a:rPr>
                <a:solidFill>
                  <a:srgbClr val="2A2A2A"/>
                </a:solidFill>
              </a:rPr>
              <a:t>;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user = Object.freeze({ name: 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, age: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older = { ...user, age: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55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56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57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58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5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6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6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4"/>
            <a:ext cx="2740001" cy="90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7" cy="1219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E06C75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09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strict»</a:t>
            </a:r>
            <a:r>
              <a:rPr>
                <a:solidFill>
                  <a:srgbClr val="2A2A2A"/>
                </a:solidFill>
              </a:rPr>
              <a:t>;</a:t>
            </a:r>
            <a:endParaRPr>
              <a:solidFill>
                <a:srgbClr val="2A2A2A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user = Object.freeze({ name: </a:t>
            </a:r>
            <a:r>
              <a:rPr>
                <a:solidFill>
                  <a:srgbClr val="2A2A2A"/>
                </a:solidFill>
              </a:rPr>
              <a:t>"Alice"</a:t>
            </a:r>
            <a:r>
              <a:rPr>
                <a:solidFill>
                  <a:srgbClr val="2A2A2A"/>
                </a:solidFill>
              </a:rPr>
              <a:t>, age: </a:t>
            </a:r>
            <a:r>
              <a:rPr>
                <a:solidFill>
                  <a:srgbClr val="2A2A2A"/>
                </a:solidFill>
              </a:rPr>
              <a:t>30</a:t>
            </a:r>
            <a:r>
              <a:rPr>
                <a:solidFill>
                  <a:srgbClr val="2A2A2A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2A2A2A"/>
                </a:solidFill>
              </a:rPr>
              <a:t> older = { ...user, age: </a:t>
            </a:r>
            <a:r>
              <a:rPr>
                <a:solidFill>
                  <a:srgbClr val="2A2A2A"/>
                </a:solidFill>
              </a:rPr>
              <a:t>31</a:t>
            </a:r>
            <a:r>
              <a:rPr>
                <a:solidFill>
                  <a:srgbClr val="2A2A2A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Google Shape;61;p6"/>
          <p:cNvSpPr/>
          <p:nvPr/>
        </p:nvSpPr>
        <p:spPr>
          <a:xfrm>
            <a:off x="2114550" y="442912"/>
            <a:ext cx="1101629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75" name="Google Shape;62;p6"/>
          <p:cNvSpPr txBox="1"/>
          <p:nvPr/>
        </p:nvSpPr>
        <p:spPr>
          <a:xfrm>
            <a:off x="2286746" y="493093"/>
            <a:ext cx="75724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76" name="Google Shape;63;p6"/>
          <p:cNvSpPr/>
          <p:nvPr/>
        </p:nvSpPr>
        <p:spPr>
          <a:xfrm>
            <a:off x="3319462" y="442912"/>
            <a:ext cx="1149264" cy="24008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>
                <a:latin typeface="+mn-lt"/>
                <a:ea typeface="+mn-ea"/>
                <a:cs typeface="+mn-cs"/>
                <a:sym typeface="Arial"/>
              </a:defRPr>
            </a:pPr>
          </a:p>
        </p:txBody>
      </p:sp>
      <p:sp>
        <p:nvSpPr>
          <p:cNvPr id="677" name="Google Shape;64;p6"/>
          <p:cNvSpPr txBox="1"/>
          <p:nvPr/>
        </p:nvSpPr>
        <p:spPr>
          <a:xfrm>
            <a:off x="3491658" y="493093"/>
            <a:ext cx="80487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7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8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1" y="1810903"/>
            <a:ext cx="800003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2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4"/>
            <a:ext cx="2740001" cy="909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7" cy="12199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endParaRPr>
              <a:solidFill>
                <a:srgbClr val="E06C75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09" cy="110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strict»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