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3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1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6" y="3601063"/>
            <a:ext cx="5139628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399" cy="1232103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91" y="1735932"/>
            <a:ext cx="5824556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6" y="2524748"/>
            <a:ext cx="4104951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6" cy="1326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5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solidFill>
                <a:srgbClr val="A7A7A7"/>
              </a:solidFill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race–free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</a:p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