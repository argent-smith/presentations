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4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4" y="3601063"/>
            <a:ext cx="5139633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2" cy="12321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3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4" y="2524747"/>
            <a:ext cx="4104956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9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9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2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1"/>
            <a:ext cx="7165165" cy="2154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dry-types</a:t>
            </a:r>
            <a:r>
              <a:t> — Type constructors, Value Objects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dry-validation</a:t>
            </a:r>
            <a:r>
              <a:t> — Contract DSL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dry-monads</a:t>
            </a:r>
            <a:r>
              <a:t> — Result, Do-нотация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dry-matcher</a:t>
            </a:r>
            <a:r>
              <a:t> — Pattern matching на Result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453" name="Picture 452" descr="dia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0000" y="1402473"/>
            <a:ext cx="8544000" cy="367505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453" name="Table 452"/>
          <p:cNvGraphicFramePr>
            <a:graphicFrameLocks noGrp="1"/>
          </p:cNvGraphicFramePr>
          <p:nvPr/>
        </p:nvGraphicFramePr>
        <p:xfrm>
          <a:off x="381660" y="1450000"/>
          <a:ext cx="838068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453" name="Picture 452" descr="arch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000" y="1736775"/>
            <a:ext cx="8544000" cy="3006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